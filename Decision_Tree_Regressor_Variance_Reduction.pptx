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Exp | Gap | Salary</a:t>
            </a:r>
          </a:p>
          <a:p>
            <a:pPr algn="l">
              <a:defRPr sz="2000"/>
            </a:pPr>
            <a:r>
              <a:t>1.0 | Yes | 40k</a:t>
            </a:r>
          </a:p>
          <a:p>
            <a:pPr algn="l">
              <a:defRPr sz="2000"/>
            </a:pPr>
            <a:r>
              <a:t>2.5 | Yes | 42k</a:t>
            </a:r>
          </a:p>
          <a:p>
            <a:pPr algn="l">
              <a:defRPr sz="2000"/>
            </a:pPr>
            <a:r>
              <a:t>3.0 | No  | 52k</a:t>
            </a:r>
          </a:p>
          <a:p>
            <a:pPr algn="l">
              <a:defRPr sz="2000"/>
            </a:pPr>
            <a:r>
              <a:t>4.0 | No  | 60k</a:t>
            </a:r>
          </a:p>
          <a:p>
            <a:pPr algn="l">
              <a:defRPr sz="2000"/>
            </a:pPr>
            <a:r>
              <a:t>4.5 | Yes | 56k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Splitting and Variance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Split based on feature (e.g., Gap)</a:t>
            </a:r>
          </a:p>
          <a:p>
            <a:pPr algn="l">
              <a:defRPr sz="2000"/>
            </a:pPr>
            <a:endParaRPr/>
          </a:p>
          <a:p>
            <a:pPr algn="l">
              <a:defRPr sz="2000"/>
            </a:pPr>
            <a:r>
              <a:t>Variance Reduction:</a:t>
            </a:r>
          </a:p>
          <a:p>
            <a:pPr algn="l">
              <a:defRPr sz="2000"/>
            </a:pPr>
            <a:r>
              <a:t>VarReduction = Var(Parent) - Σ wi Var(Childi)</a:t>
            </a:r>
          </a:p>
          <a:p>
            <a:pPr algn="l">
              <a:defRPr sz="2000"/>
            </a:pPr>
            <a:endParaRPr/>
          </a:p>
          <a:p>
            <a:pPr algn="l">
              <a:defRPr sz="2000"/>
            </a:pPr>
            <a:r>
              <a:t>Variance formula:</a:t>
            </a:r>
          </a:p>
          <a:p>
            <a:pPr algn="l">
              <a:defRPr sz="2000"/>
            </a:pPr>
            <a:r>
              <a:t>Var = (1/n) Σ (yi - ȳ)², where ȳ = average output (MSE criterion)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Node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Average salary (Root Node): (40 + 42 + 52 + 60 + 56)/5 = 50k</a:t>
            </a:r>
          </a:p>
          <a:p>
            <a:pPr algn="l">
              <a:defRPr sz="2000"/>
            </a:pPr>
            <a:endParaRPr/>
          </a:p>
          <a:p>
            <a:pPr algn="l">
              <a:defRPr sz="2000"/>
            </a:pPr>
            <a:r>
              <a:t>Variance of root node:</a:t>
            </a:r>
          </a:p>
          <a:p>
            <a:pPr algn="l">
              <a:defRPr sz="2000"/>
            </a:pPr>
            <a:r>
              <a:t>(1/5)[(40-50)² + (42-50)² + (52-50)² + (60-50)² + (56-50)²] = 66.8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 Node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Child 1 (Yes): [40, 42, 56]</a:t>
            </a:r>
          </a:p>
          <a:p>
            <a:pPr algn="l">
              <a:defRPr sz="2000"/>
            </a:pPr>
            <a:r>
              <a:t>Var1 = (1/3)[(40-50)²] = 100</a:t>
            </a:r>
          </a:p>
          <a:p>
            <a:pPr algn="l">
              <a:defRPr sz="2000"/>
            </a:pPr>
            <a:endParaRPr/>
          </a:p>
          <a:p>
            <a:pPr algn="l">
              <a:defRPr sz="2000"/>
            </a:pPr>
            <a:r>
              <a:t>Child 2 (No): [52, 60]</a:t>
            </a:r>
          </a:p>
          <a:p>
            <a:pPr algn="l">
              <a:defRPr sz="2000"/>
            </a:pPr>
            <a:r>
              <a:t>Var2 = (1/2)[(52-50)² + (60-50)²] =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 err="1"/>
              <a:t>VarReduction</a:t>
            </a:r>
            <a:r>
              <a:rPr dirty="0"/>
              <a:t> = 66.8 - [(1/5)(100) + (4/5)(51)]</a:t>
            </a:r>
          </a:p>
          <a:p>
            <a:pPr algn="l">
              <a:defRPr sz="2000"/>
            </a:pPr>
            <a:r>
              <a:rPr dirty="0"/>
              <a:t>= 66.8 - (20 + 40.8) = </a:t>
            </a:r>
            <a:r>
              <a:rPr lang="en-US" dirty="0" smtClean="0"/>
              <a:t>0</a:t>
            </a:r>
            <a:r>
              <a:rPr dirty="0" smtClean="0"/>
              <a:t>.0</a:t>
            </a:r>
            <a:endParaRPr dirty="0"/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✅ Variance Reduction = </a:t>
            </a:r>
            <a:r>
              <a:rPr lang="en-US" dirty="0" smtClean="0"/>
              <a:t>0</a:t>
            </a:r>
            <a:r>
              <a:rPr dirty="0" smtClean="0"/>
              <a:t>.0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Reduction for Tree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 err="1"/>
              <a:t>Var</a:t>
            </a:r>
            <a:r>
              <a:rPr dirty="0"/>
              <a:t>(C1) = (1/2)[(100 + 64)] = 82</a:t>
            </a:r>
          </a:p>
          <a:p>
            <a:pPr algn="l">
              <a:defRPr sz="2000"/>
            </a:pPr>
            <a:r>
              <a:rPr dirty="0" err="1"/>
              <a:t>Var</a:t>
            </a:r>
            <a:r>
              <a:rPr dirty="0"/>
              <a:t>(C2) = (1/3)[(4 + 104 + 32)] = 46.66</a:t>
            </a:r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 err="1"/>
              <a:t>VarReduction</a:t>
            </a:r>
            <a:r>
              <a:rPr dirty="0"/>
              <a:t> = 66.8 - [(2/5)(82) + (3/5)(46.66)]</a:t>
            </a:r>
          </a:p>
          <a:p>
            <a:pPr algn="l">
              <a:defRPr sz="2000"/>
            </a:pPr>
            <a:r>
              <a:rPr dirty="0"/>
              <a:t>= 66.8 - (32.8 + 27.996) = </a:t>
            </a:r>
            <a:r>
              <a:rPr lang="en-US" dirty="0" smtClean="0"/>
              <a:t>0.304</a:t>
            </a:r>
            <a:endParaRPr dirty="0"/>
          </a:p>
          <a:p>
            <a:pPr algn="l">
              <a:defRPr sz="2000"/>
            </a:pPr>
            <a:endParaRPr dirty="0"/>
          </a:p>
          <a:p>
            <a:pPr algn="l">
              <a:defRPr sz="2000"/>
            </a:pPr>
            <a:r>
              <a:rPr dirty="0"/>
              <a:t>✅ Choose Split with Larger Variance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Pre-Pruning:</a:t>
            </a:r>
          </a:p>
          <a:p>
            <a:pPr algn="l">
              <a:defRPr sz="2000"/>
            </a:pPr>
            <a:r>
              <a:t>- Stops early using max_depth, min_samples_split, min_samples_leaf, max_features</a:t>
            </a:r>
          </a:p>
          <a:p>
            <a:pPr algn="l">
              <a:defRPr sz="2000"/>
            </a:pPr>
            <a:r>
              <a:t>- Used for large datasets</a:t>
            </a:r>
          </a:p>
          <a:p>
            <a:pPr algn="l">
              <a:defRPr sz="2000"/>
            </a:pPr>
            <a:endParaRPr/>
          </a:p>
          <a:p>
            <a:pPr algn="l">
              <a:defRPr sz="2000"/>
            </a:pPr>
            <a:r>
              <a:t>Post-Pruning:</a:t>
            </a:r>
          </a:p>
          <a:p>
            <a:pPr algn="l">
              <a:defRPr sz="2000"/>
            </a:pPr>
            <a:r>
              <a:t>- Grows full tree, then prunes using ccp_alpha</a:t>
            </a:r>
          </a:p>
          <a:p>
            <a:pPr algn="l">
              <a:defRPr sz="2000"/>
            </a:pPr>
            <a:r>
              <a:t>- Example: max_depth = 3</a:t>
            </a:r>
          </a:p>
          <a:p>
            <a:pPr algn="l">
              <a:defRPr sz="2000"/>
            </a:pPr>
            <a:r>
              <a:t>- Used for smaller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- Pre-Pruning prevents overfitting early</a:t>
            </a:r>
          </a:p>
          <a:p>
            <a:pPr algn="l">
              <a:defRPr sz="2000"/>
            </a:pPr>
            <a:r>
              <a:t>- Post-Pruning removes overfitting later</a:t>
            </a:r>
          </a:p>
          <a:p>
            <a:pPr algn="l">
              <a:defRPr sz="2000"/>
            </a:pPr>
            <a:r>
              <a:t>- Hyperparameter tuning balances bias and variance</a:t>
            </a:r>
          </a:p>
          <a:p>
            <a:pPr algn="l">
              <a:defRPr sz="2000"/>
            </a:pPr>
            <a:r>
              <a:t>- Choose split or pruning parameter giving max variance reduction or highest validation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345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Dataset</vt:lpstr>
      <vt:lpstr>Splitting and Variance Concept</vt:lpstr>
      <vt:lpstr>Root Node Calculations</vt:lpstr>
      <vt:lpstr>Child Node Calculations</vt:lpstr>
      <vt:lpstr>Variance Reduction</vt:lpstr>
      <vt:lpstr>Variance Reduction for Tree 2</vt:lpstr>
      <vt:lpstr>Decision Tree Pruning</vt:lpstr>
      <vt:lpstr>Practical Notes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</dc:title>
  <dc:subject/>
  <dc:creator/>
  <cp:keywords/>
  <dc:description>generated using python-pptx</dc:description>
  <cp:lastModifiedBy>Dr.Sahib</cp:lastModifiedBy>
  <cp:revision>3</cp:revision>
  <dcterms:created xsi:type="dcterms:W3CDTF">2013-01-27T09:14:16Z</dcterms:created>
  <dcterms:modified xsi:type="dcterms:W3CDTF">2025-11-11T06:04:42Z</dcterms:modified>
  <cp:category/>
</cp:coreProperties>
</file>