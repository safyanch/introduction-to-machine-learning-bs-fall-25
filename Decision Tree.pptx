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9" r:id="rId12"/>
    <p:sldId id="270" r:id="rId13"/>
    <p:sldId id="271" r:id="rId14"/>
    <p:sldId id="272" r:id="rId15"/>
    <p:sldId id="273" r:id="rId16"/>
    <p:sldId id="266" r:id="rId17"/>
    <p:sldId id="274" r:id="rId18"/>
    <p:sldId id="26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581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176D4A-F7E3-4628-907D-FD03A6819248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2EC22-F683-468E-B9A7-8754589A6B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193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176D4A-F7E3-4628-907D-FD03A6819248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2EC22-F683-468E-B9A7-8754589A6B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9980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176D4A-F7E3-4628-907D-FD03A6819248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2EC22-F683-468E-B9A7-8754589A6B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4936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176D4A-F7E3-4628-907D-FD03A6819248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2EC22-F683-468E-B9A7-8754589A6B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0701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176D4A-F7E3-4628-907D-FD03A6819248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2EC22-F683-468E-B9A7-8754589A6B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1075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176D4A-F7E3-4628-907D-FD03A6819248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2EC22-F683-468E-B9A7-8754589A6B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389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176D4A-F7E3-4628-907D-FD03A6819248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2EC22-F683-468E-B9A7-8754589A6B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25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176D4A-F7E3-4628-907D-FD03A6819248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2EC22-F683-468E-B9A7-8754589A6B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9412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176D4A-F7E3-4628-907D-FD03A6819248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2EC22-F683-468E-B9A7-8754589A6B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8564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176D4A-F7E3-4628-907D-FD03A6819248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2EC22-F683-468E-B9A7-8754589A6B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54213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176D4A-F7E3-4628-907D-FD03A6819248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2EC22-F683-468E-B9A7-8754589A6B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2265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176D4A-F7E3-4628-907D-FD03A6819248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92EC22-F683-468E-B9A7-8754589A6B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914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 smtClean="0"/>
              <a:t>Decision Tree </a:t>
            </a:r>
            <a:endParaRPr lang="en-US"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Dr. Muhammad </a:t>
            </a:r>
            <a:r>
              <a:rPr lang="en-US" dirty="0" err="1" smtClean="0"/>
              <a:t>Safyan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53375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0269073"/>
              </p:ext>
            </p:extLst>
          </p:nvPr>
        </p:nvGraphicFramePr>
        <p:xfrm>
          <a:off x="182873" y="6"/>
          <a:ext cx="11932926" cy="6858000"/>
        </p:xfrm>
        <a:graphic>
          <a:graphicData uri="http://schemas.openxmlformats.org/drawingml/2006/table">
            <a:tbl>
              <a:tblPr/>
              <a:tblGrid>
                <a:gridCol w="1988821"/>
                <a:gridCol w="1988821"/>
                <a:gridCol w="1988821"/>
                <a:gridCol w="1988821"/>
                <a:gridCol w="1988821"/>
                <a:gridCol w="1988821"/>
              </a:tblGrid>
              <a:tr h="457200">
                <a:tc>
                  <a:txBody>
                    <a:bodyPr/>
                    <a:lstStyle/>
                    <a:p>
                      <a:r>
                        <a:rPr lang="en-US" sz="1400" b="1" dirty="0"/>
                        <a:t>Day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Weather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Temperature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Humidity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Wind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Play?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400"/>
                        <a:t>D1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Sunny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Hot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High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Weak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No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400"/>
                        <a:t>D2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Sunny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Hot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High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Strong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No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400"/>
                        <a:t>D3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Overcast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Hot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High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Weak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Yes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400"/>
                        <a:t>D4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Rain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Mild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High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Weak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Yes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400"/>
                        <a:t>D5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Rain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Cool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Normal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Weak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Yes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400"/>
                        <a:t>D6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Rain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Cool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Normal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Strong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No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400"/>
                        <a:t>D7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Overcast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Cool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Normal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Strong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Yes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400"/>
                        <a:t>D8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Sunny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Mild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High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Weak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No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400"/>
                        <a:t>D9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Sunny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Cool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Normal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Weak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Yes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400"/>
                        <a:t>D10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Rain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Mild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Normal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Weak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Yes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400"/>
                        <a:t>D11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Sunny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Mild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Normal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Strong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Yes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400"/>
                        <a:t>D12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Overcast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Mild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High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Strong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Yes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400"/>
                        <a:t>D13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Overcast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Hot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Normal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Weak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Yes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lang="en-US" sz="1400"/>
                        <a:t>D14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Rain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Mild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High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Strong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No</a:t>
                      </a:r>
                    </a:p>
                  </a:txBody>
                  <a:tcPr marL="72522" marR="72522" marT="36261" marB="3626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5517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Step 0 — Root Node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93" y="1690687"/>
            <a:ext cx="11113519" cy="4564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7802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Step 1 — Information Gain for Each Attribute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842" y="1413608"/>
            <a:ext cx="6182588" cy="132416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508" y="2737768"/>
            <a:ext cx="7983064" cy="3839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2888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Step 1 — Information Gain for Each Attribute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402880"/>
            <a:ext cx="7430537" cy="3972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0770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Step 1 — Information Gain for Each Attribute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357" y="1935039"/>
            <a:ext cx="7497221" cy="3591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8825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Step 1 — Information Gain for Each Attribute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7249537" cy="3219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64495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Step 1 — Information Gain for Each Attribute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90072" y="2405634"/>
            <a:ext cx="8811855" cy="3191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42550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Step 2 — Expand Weather Branches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997" y="1760905"/>
            <a:ext cx="2753109" cy="110505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561" y="3180869"/>
            <a:ext cx="6449325" cy="142894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7849" y="4700478"/>
            <a:ext cx="6782747" cy="157184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55257" y="1293732"/>
            <a:ext cx="2476846" cy="158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6286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Entropy of sunny</a:t>
            </a:r>
            <a:endParaRPr lang="en-US" b="1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b="46454"/>
          <a:stretch/>
        </p:blipFill>
        <p:spPr>
          <a:xfrm>
            <a:off x="686033" y="1414145"/>
            <a:ext cx="7582958" cy="126504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/>
          <a:srcRect r="58563" b="11307"/>
          <a:stretch/>
        </p:blipFill>
        <p:spPr>
          <a:xfrm>
            <a:off x="8112020" y="3599716"/>
            <a:ext cx="3395473" cy="247560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7748" y="0"/>
            <a:ext cx="3191320" cy="228631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810" y="2888500"/>
            <a:ext cx="2353003" cy="733527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6978" y="3729215"/>
            <a:ext cx="3077004" cy="609685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6869" y="4479022"/>
            <a:ext cx="7039957" cy="158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6641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Temperature</a:t>
            </a:r>
            <a:r>
              <a:rPr lang="en-US" dirty="0" smtClean="0"/>
              <a:t> (within Sunny)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436" y="1620431"/>
            <a:ext cx="8487960" cy="4915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38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Attribute: </a:t>
            </a:r>
            <a:r>
              <a:rPr lang="en-US" b="1" dirty="0" smtClean="0"/>
              <a:t>Humidity</a:t>
            </a:r>
            <a:r>
              <a:rPr lang="en-US" dirty="0" smtClean="0"/>
              <a:t> (within Sunny)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975" y="2001516"/>
            <a:ext cx="7011378" cy="3696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0657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8704" y="0"/>
            <a:ext cx="10515600" cy="677291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Attribute: </a:t>
            </a:r>
            <a:r>
              <a:rPr lang="en-US" b="1" dirty="0" smtClean="0"/>
              <a:t>Wind</a:t>
            </a:r>
            <a:r>
              <a:rPr lang="en-US" dirty="0" smtClean="0"/>
              <a:t> (within Sunny)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72" y="618254"/>
            <a:ext cx="7674864" cy="6239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4423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715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Weather = Rain</a:t>
            </a:r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38361" y="1271765"/>
            <a:ext cx="8450885" cy="5170488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9407" y="0"/>
            <a:ext cx="3591426" cy="2543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8809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392" y="109093"/>
            <a:ext cx="10515600" cy="649859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Attribute: </a:t>
            </a:r>
            <a:r>
              <a:rPr lang="en-US" b="1" dirty="0" smtClean="0"/>
              <a:t>Temperature</a:t>
            </a:r>
            <a:r>
              <a:rPr lang="en-US" dirty="0" smtClean="0"/>
              <a:t> (within Rain)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568" y="655516"/>
            <a:ext cx="7440063" cy="504119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583" y="5752879"/>
            <a:ext cx="7621064" cy="980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30964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430403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Attribute: </a:t>
            </a:r>
            <a:r>
              <a:rPr lang="en-US" b="1" dirty="0" smtClean="0"/>
              <a:t>Humidity</a:t>
            </a:r>
            <a:r>
              <a:rPr lang="en-US" dirty="0" smtClean="0"/>
              <a:t> (within Rain)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07" y="430403"/>
            <a:ext cx="5963482" cy="411537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665" y="4884122"/>
            <a:ext cx="7678222" cy="1533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043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72517"/>
            <a:ext cx="10515600" cy="549275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Attribute: </a:t>
            </a:r>
            <a:r>
              <a:rPr lang="en-US" b="1" dirty="0" smtClean="0"/>
              <a:t>Wind</a:t>
            </a:r>
            <a:r>
              <a:rPr lang="en-US" dirty="0" smtClean="0"/>
              <a:t> (within Rain)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164" y="788598"/>
            <a:ext cx="6392167" cy="376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2922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301752"/>
            <a:ext cx="11730189" cy="5797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7370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1081</TotalTime>
  <Words>194</Words>
  <Application>Microsoft Office PowerPoint</Application>
  <PresentationFormat>Widescreen</PresentationFormat>
  <Paragraphs>107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Calibri Light</vt:lpstr>
      <vt:lpstr>Office Theme</vt:lpstr>
      <vt:lpstr>Decision Tree </vt:lpstr>
      <vt:lpstr>PowerPoint Presentation</vt:lpstr>
      <vt:lpstr>Step 0 — Root Node</vt:lpstr>
      <vt:lpstr>Step 1 — Information Gain for Each Attribute</vt:lpstr>
      <vt:lpstr>Step 1 — Information Gain for Each Attribute</vt:lpstr>
      <vt:lpstr>Step 1 — Information Gain for Each Attribute</vt:lpstr>
      <vt:lpstr>Step 1 — Information Gain for Each Attribute</vt:lpstr>
      <vt:lpstr>Step 1 — Information Gain for Each Attribute</vt:lpstr>
      <vt:lpstr>Step 2 — Expand Weather Branches</vt:lpstr>
      <vt:lpstr>Entropy of sunny</vt:lpstr>
      <vt:lpstr>Temperature (within Sunny)</vt:lpstr>
      <vt:lpstr>Attribute: Humidity (within Sunny)</vt:lpstr>
      <vt:lpstr>Attribute: Wind (within Sunny)</vt:lpstr>
      <vt:lpstr>Weather = Rain</vt:lpstr>
      <vt:lpstr>Attribute: Temperature (within Rain)</vt:lpstr>
      <vt:lpstr>Attribute: Humidity (within Rain)</vt:lpstr>
      <vt:lpstr>Attribute: Wind (within Rain)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Dr.Sahib</dc:creator>
  <cp:lastModifiedBy>Dr.Sahib</cp:lastModifiedBy>
  <cp:revision>8</cp:revision>
  <dcterms:created xsi:type="dcterms:W3CDTF">2025-11-01T12:25:26Z</dcterms:created>
  <dcterms:modified xsi:type="dcterms:W3CDTF">2025-11-02T06:26:30Z</dcterms:modified>
</cp:coreProperties>
</file>