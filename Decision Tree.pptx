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71" r:id="rId14"/>
    <p:sldId id="272" r:id="rId15"/>
    <p:sldId id="273" r:id="rId16"/>
    <p:sldId id="266" r:id="rId17"/>
    <p:sldId id="274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76D4A-F7E3-4628-907D-FD03A68192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2EC22-F683-468E-B9A7-8754589A6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3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76D4A-F7E3-4628-907D-FD03A68192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2EC22-F683-468E-B9A7-8754589A6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98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76D4A-F7E3-4628-907D-FD03A68192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2EC22-F683-468E-B9A7-8754589A6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936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76D4A-F7E3-4628-907D-FD03A68192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2EC22-F683-468E-B9A7-8754589A6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070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76D4A-F7E3-4628-907D-FD03A68192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2EC22-F683-468E-B9A7-8754589A6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107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76D4A-F7E3-4628-907D-FD03A68192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2EC22-F683-468E-B9A7-8754589A6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389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76D4A-F7E3-4628-907D-FD03A68192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2EC22-F683-468E-B9A7-8754589A6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2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76D4A-F7E3-4628-907D-FD03A68192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2EC22-F683-468E-B9A7-8754589A6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941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76D4A-F7E3-4628-907D-FD03A68192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2EC22-F683-468E-B9A7-8754589A6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5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76D4A-F7E3-4628-907D-FD03A68192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2EC22-F683-468E-B9A7-8754589A6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421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76D4A-F7E3-4628-907D-FD03A68192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2EC22-F683-468E-B9A7-8754589A6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22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76D4A-F7E3-4628-907D-FD03A681924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2EC22-F683-468E-B9A7-8754589A6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14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Decision Tree 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Muhammad </a:t>
            </a:r>
            <a:r>
              <a:rPr lang="en-US" dirty="0" err="1" smtClean="0"/>
              <a:t>Safyan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337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269073"/>
              </p:ext>
            </p:extLst>
          </p:nvPr>
        </p:nvGraphicFramePr>
        <p:xfrm>
          <a:off x="182873" y="6"/>
          <a:ext cx="11932926" cy="6858000"/>
        </p:xfrm>
        <a:graphic>
          <a:graphicData uri="http://schemas.openxmlformats.org/drawingml/2006/table">
            <a:tbl>
              <a:tblPr/>
              <a:tblGrid>
                <a:gridCol w="1988821"/>
                <a:gridCol w="1988821"/>
                <a:gridCol w="1988821"/>
                <a:gridCol w="1988821"/>
                <a:gridCol w="1988821"/>
                <a:gridCol w="1988821"/>
              </a:tblGrid>
              <a:tr h="457200">
                <a:tc>
                  <a:txBody>
                    <a:bodyPr/>
                    <a:lstStyle/>
                    <a:p>
                      <a:r>
                        <a:rPr lang="en-US" sz="1400" b="1" dirty="0"/>
                        <a:t>Day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Weather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Temperature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Humidity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Wind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Play?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/>
                        <a:t>D1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Sunny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Hot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Weak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/>
                        <a:t>D2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Sunny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Hot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Strong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/>
                        <a:t>D3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Overcast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Hot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Weak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/>
                        <a:t>D4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Rain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Mild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Weak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/>
                        <a:t>D5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Rain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Cool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Normal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Weak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/>
                        <a:t>D6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Rain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Cool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Normal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Strong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/>
                        <a:t>D7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Overcast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Cool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Normal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Strong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/>
                        <a:t>D8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Sunny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Mild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Weak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/>
                        <a:t>D9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Sunny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Cool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Normal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Weak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/>
                        <a:t>D10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Rain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Mild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Normal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Weak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/>
                        <a:t>D11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Sunny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Mild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Normal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Strong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/>
                        <a:t>D12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Overcast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Mild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Strong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/>
                        <a:t>D13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Overcast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Hot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Normal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Weak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/>
                        <a:t>D14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Rain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Mild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Strong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517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0 — Root Node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93" y="1690687"/>
            <a:ext cx="11113519" cy="456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780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2739"/>
          </a:xfrm>
        </p:spPr>
        <p:txBody>
          <a:bodyPr/>
          <a:lstStyle/>
          <a:p>
            <a:r>
              <a:rPr lang="en-US" b="1" dirty="0" smtClean="0"/>
              <a:t>Step 1 — Information Gain for Each Attribute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42" y="1404464"/>
            <a:ext cx="6182588" cy="13241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508" y="2737768"/>
            <a:ext cx="7983064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288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1 — Information Gain for Each Attribute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02880"/>
            <a:ext cx="7430537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770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1 — Information Gain for Each Attribute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357" y="1935039"/>
            <a:ext cx="7497221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825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Step 1 — Information Gain for Each Attribute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249537" cy="3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449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Step 1 — Information Gain for Each Attribute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0072" y="2405634"/>
            <a:ext cx="8811855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255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 — Expand Weather Branches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997" y="1760905"/>
            <a:ext cx="2753109" cy="11050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561" y="3180869"/>
            <a:ext cx="6449325" cy="14289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849" y="4700478"/>
            <a:ext cx="6782747" cy="15718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5257" y="1293732"/>
            <a:ext cx="2476846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628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Entropy of sunny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46454"/>
          <a:stretch/>
        </p:blipFill>
        <p:spPr>
          <a:xfrm>
            <a:off x="686033" y="1414145"/>
            <a:ext cx="7582958" cy="12650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58563" b="11307"/>
          <a:stretch/>
        </p:blipFill>
        <p:spPr>
          <a:xfrm>
            <a:off x="8112020" y="3599716"/>
            <a:ext cx="3395473" cy="24756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7748" y="0"/>
            <a:ext cx="3191320" cy="22863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810" y="2888500"/>
            <a:ext cx="2353003" cy="7335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978" y="3729215"/>
            <a:ext cx="3077004" cy="60968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869" y="4479022"/>
            <a:ext cx="7039957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66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Temperature</a:t>
            </a:r>
            <a:r>
              <a:rPr lang="en-US" dirty="0" smtClean="0"/>
              <a:t> (within Sunny)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36" y="1620431"/>
            <a:ext cx="8487960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3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Attribute: </a:t>
            </a:r>
            <a:r>
              <a:rPr lang="en-US" b="1" dirty="0" smtClean="0"/>
              <a:t>Humidity</a:t>
            </a:r>
            <a:r>
              <a:rPr lang="en-US" dirty="0" smtClean="0"/>
              <a:t> (within Sunny)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975" y="2001516"/>
            <a:ext cx="7011378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65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704" y="0"/>
            <a:ext cx="10515600" cy="67729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Attribute: </a:t>
            </a:r>
            <a:r>
              <a:rPr lang="en-US" b="1" dirty="0" smtClean="0"/>
              <a:t>Wind</a:t>
            </a:r>
            <a:r>
              <a:rPr lang="en-US" dirty="0" smtClean="0"/>
              <a:t> (within Sunny)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72" y="618254"/>
            <a:ext cx="7674864" cy="623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442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Weather = Rain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361" y="1271765"/>
            <a:ext cx="8450885" cy="51704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9407" y="0"/>
            <a:ext cx="3591426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88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92" y="109093"/>
            <a:ext cx="10515600" cy="64985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Attribute: </a:t>
            </a:r>
            <a:r>
              <a:rPr lang="en-US" b="1" dirty="0" smtClean="0"/>
              <a:t>Temperature</a:t>
            </a:r>
            <a:r>
              <a:rPr lang="en-US" dirty="0" smtClean="0"/>
              <a:t> (within Rain)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68" y="655516"/>
            <a:ext cx="7440063" cy="50411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83" y="5752879"/>
            <a:ext cx="7621064" cy="98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09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3040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Attribute: </a:t>
            </a:r>
            <a:r>
              <a:rPr lang="en-US" b="1" dirty="0" smtClean="0"/>
              <a:t>Humidity</a:t>
            </a:r>
            <a:r>
              <a:rPr lang="en-US" dirty="0" smtClean="0"/>
              <a:t> (within Rain)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7" y="430403"/>
            <a:ext cx="5963482" cy="41153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65" y="4884122"/>
            <a:ext cx="7678222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0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251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Attribute: </a:t>
            </a:r>
            <a:r>
              <a:rPr lang="en-US" b="1" dirty="0" smtClean="0"/>
              <a:t>Wind</a:t>
            </a:r>
            <a:r>
              <a:rPr lang="en-US" dirty="0" smtClean="0"/>
              <a:t> (within Rain)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64" y="788598"/>
            <a:ext cx="6392167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292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301752"/>
            <a:ext cx="11730189" cy="579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737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1105</TotalTime>
  <Words>194</Words>
  <Application>Microsoft Office PowerPoint</Application>
  <PresentationFormat>Widescreen</PresentationFormat>
  <Paragraphs>107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Decision Tree </vt:lpstr>
      <vt:lpstr>PowerPoint Presentation</vt:lpstr>
      <vt:lpstr>Step 0 — Root Node</vt:lpstr>
      <vt:lpstr>Step 1 — Information Gain for Each Attribute</vt:lpstr>
      <vt:lpstr>Step 1 — Information Gain for Each Attribute</vt:lpstr>
      <vt:lpstr>Step 1 — Information Gain for Each Attribute</vt:lpstr>
      <vt:lpstr>Step 1 — Information Gain for Each Attribute</vt:lpstr>
      <vt:lpstr>Step 1 — Information Gain for Each Attribute</vt:lpstr>
      <vt:lpstr>Step 2 — Expand Weather Branches</vt:lpstr>
      <vt:lpstr>Entropy of sunny</vt:lpstr>
      <vt:lpstr>Temperature (within Sunny)</vt:lpstr>
      <vt:lpstr>Attribute: Humidity (within Sunny)</vt:lpstr>
      <vt:lpstr>Attribute: Wind (within Sunny)</vt:lpstr>
      <vt:lpstr>Weather = Rain</vt:lpstr>
      <vt:lpstr>Attribute: Temperature (within Rain)</vt:lpstr>
      <vt:lpstr>Attribute: Humidity (within Rain)</vt:lpstr>
      <vt:lpstr>Attribute: Wind (within Rain)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Dr.Sahib</dc:creator>
  <cp:lastModifiedBy>Dr.Sahib</cp:lastModifiedBy>
  <cp:revision>10</cp:revision>
  <dcterms:created xsi:type="dcterms:W3CDTF">2025-11-01T12:25:26Z</dcterms:created>
  <dcterms:modified xsi:type="dcterms:W3CDTF">2025-11-05T16:11:48Z</dcterms:modified>
</cp:coreProperties>
</file>