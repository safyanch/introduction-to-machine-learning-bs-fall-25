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0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1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8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1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4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3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8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6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9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8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0207D-C09A-473E-8365-F8A80E360A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EE3CA-55E7-4BCF-BC23-C0A2CFC9C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4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Gradient Boosting-Classifier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Muhammad </a:t>
            </a:r>
            <a:r>
              <a:rPr lang="en-US" dirty="0" err="1" smtClean="0"/>
              <a:t>safyan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82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Adding models in a stage wise fashion: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Additive modeling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Target is LBLV</a:t>
            </a:r>
          </a:p>
          <a:p>
            <a:r>
              <a:rPr lang="en-US" dirty="0" smtClean="0"/>
              <a:t>But : B*(1/v)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73" y="2362143"/>
            <a:ext cx="3048127" cy="13475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255" y="4246254"/>
            <a:ext cx="304337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7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boosting each model is weak learner: HB/LV</a:t>
            </a:r>
          </a:p>
          <a:p>
            <a:r>
              <a:rPr lang="en-US" dirty="0" smtClean="0"/>
              <a:t>We add/combine them to make HB+HB+HB= LBLV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06" y="2790648"/>
            <a:ext cx="2319443" cy="38803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972" y="3043183"/>
            <a:ext cx="2529003" cy="7716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817" y="4517951"/>
            <a:ext cx="2667158" cy="749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0" y="4133850"/>
            <a:ext cx="2800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First one are simple mode</a:t>
            </a:r>
          </a:p>
          <a:p>
            <a:r>
              <a:rPr lang="en-US" dirty="0" smtClean="0"/>
              <a:t>Two and Three are Decision Tree.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64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case of classification we take log-odds instead of Mean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06" y="2790648"/>
            <a:ext cx="2319443" cy="38803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261" y="2709820"/>
            <a:ext cx="3286416" cy="9954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828" y="3705225"/>
            <a:ext cx="847843" cy="619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6524" y="3816628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 F0(x)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06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377"/>
            <a:ext cx="3543300" cy="33903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574" y="3781247"/>
            <a:ext cx="4752895" cy="30767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8725" y="2066925"/>
            <a:ext cx="362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Convert log-odds into probabilities: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150" y="2432326"/>
            <a:ext cx="1919699" cy="8324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853" y="2541614"/>
            <a:ext cx="1543232" cy="61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6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Calculate the error of model-1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Pseudo-Residual=y – y^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8836"/>
            <a:ext cx="7373379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1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22" y="1342918"/>
            <a:ext cx="3801005" cy="1524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528" y="1418425"/>
            <a:ext cx="5529722" cy="40492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666" y="501196"/>
            <a:ext cx="3286584" cy="7811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80" y="3757578"/>
            <a:ext cx="1533739" cy="4858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3114675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will be: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3824" y="4686300"/>
            <a:ext cx="7162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regression leaf-value was or probability/answer we can not add this probability with log-odds of model-1.</a:t>
            </a:r>
          </a:p>
          <a:p>
            <a:r>
              <a:rPr lang="en-US" dirty="0" smtClean="0"/>
              <a:t>We need to convert our model-2 probability into log-odds.</a:t>
            </a:r>
          </a:p>
          <a:p>
            <a:r>
              <a:rPr lang="en-US" dirty="0" smtClean="0"/>
              <a:t>For this covert each leaf node value to log-odds with following formulas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930385"/>
            <a:ext cx="5744377" cy="79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9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implement this formula you should know , how many points falls in each node. </a:t>
            </a:r>
            <a:r>
              <a:rPr lang="en-US" dirty="0" err="1" smtClean="0"/>
              <a:t>E.g</a:t>
            </a:r>
            <a:r>
              <a:rPr lang="en-US" dirty="0" smtClean="0"/>
              <a:t> in node 2, there are three points.</a:t>
            </a:r>
          </a:p>
          <a:p>
            <a:r>
              <a:rPr lang="en-US" dirty="0" smtClean="0"/>
              <a:t>We also need to know, which are those three points.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3340100"/>
            <a:ext cx="6991932" cy="323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3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Here we will know how to calculate the log-odds for leaf number 3.</a:t>
            </a:r>
          </a:p>
          <a:p>
            <a:pPr marL="0" indent="0">
              <a:buNone/>
            </a:pPr>
            <a:r>
              <a:rPr lang="en-US" dirty="0" smtClean="0"/>
              <a:t>From table we can see only point 1 and last fall in to node 3.</a:t>
            </a:r>
          </a:p>
          <a:p>
            <a:pPr marL="0" indent="0">
              <a:buNone/>
            </a:pPr>
            <a:r>
              <a:rPr lang="en-US" dirty="0" smtClean="0"/>
              <a:t>Calculate log-odds for these points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036" y="3208870"/>
            <a:ext cx="5039428" cy="10574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403" y="4401230"/>
            <a:ext cx="6944694" cy="10955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403" y="5743515"/>
            <a:ext cx="1648055" cy="866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93" y="6040749"/>
            <a:ext cx="1524213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the rest of three nodes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181" y="2353867"/>
            <a:ext cx="5510669" cy="417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8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add log-odds of  the f0(x) and f1(x)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02" y="2209744"/>
            <a:ext cx="2657846" cy="8002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463448"/>
            <a:ext cx="6991932" cy="32325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781" y="3463448"/>
            <a:ext cx="1352670" cy="329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44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we again convert log-odds into probabilities to calculate the residuals:</a:t>
            </a:r>
          </a:p>
          <a:p>
            <a:r>
              <a:rPr lang="en-US" dirty="0" smtClean="0"/>
              <a:t>Using the same formula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90" y="3334451"/>
            <a:ext cx="2829320" cy="8184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295" y="2238376"/>
            <a:ext cx="676333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calculate the residual for model-2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83" y="1604912"/>
            <a:ext cx="2743583" cy="714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19" y="2319386"/>
            <a:ext cx="7592005" cy="45386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505" y="2319386"/>
            <a:ext cx="1171739" cy="4538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0" y="2743200"/>
            <a:ext cx="1752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Residual is reducing with model-2.</a:t>
            </a:r>
          </a:p>
          <a:p>
            <a:r>
              <a:rPr lang="en-US" dirty="0" smtClean="0"/>
              <a:t>Us can use learning rate in it to control the reduction.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632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-53333"/>
            <a:ext cx="3286584" cy="21624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04" y="2109144"/>
            <a:ext cx="12479492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63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8880" y="1371313"/>
            <a:ext cx="1528975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65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2869" y="1825625"/>
            <a:ext cx="12718774" cy="38391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8375" y="1949450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80" y="230188"/>
            <a:ext cx="5839640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9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75" y="971450"/>
            <a:ext cx="1609950" cy="14384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746" y="161469"/>
            <a:ext cx="12841492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61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16" y="1690688"/>
            <a:ext cx="423921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2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258</Words>
  <Application>Microsoft Office PowerPoint</Application>
  <PresentationFormat>Widescreen</PresentationFormat>
  <Paragraphs>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Gradient Boosting-Classifier</vt:lpstr>
      <vt:lpstr>PowerPoint Presentation</vt:lpstr>
      <vt:lpstr>PowerPoint Presentation</vt:lpstr>
      <vt:lpstr>Simple Model</vt:lpstr>
      <vt:lpstr>PowerPoint Presentation</vt:lpstr>
      <vt:lpstr>Calculate the error of model-1</vt:lpstr>
      <vt:lpstr>Model-2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Model-3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Boosting-Classifier</dc:title>
  <dc:creator>Dr.Sahib</dc:creator>
  <cp:lastModifiedBy>Dr.Sahib</cp:lastModifiedBy>
  <cp:revision>7</cp:revision>
  <dcterms:created xsi:type="dcterms:W3CDTF">2025-11-23T04:19:46Z</dcterms:created>
  <dcterms:modified xsi:type="dcterms:W3CDTF">2025-11-23T09:56:49Z</dcterms:modified>
</cp:coreProperties>
</file>