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82" r:id="rId13"/>
    <p:sldId id="273" r:id="rId14"/>
    <p:sldId id="274" r:id="rId15"/>
    <p:sldId id="275" r:id="rId16"/>
    <p:sldId id="276" r:id="rId17"/>
    <p:sldId id="283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7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1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4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9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3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2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4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3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EF652-26D3-4225-AAAF-5F40508C51C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9069D-A048-4370-8C9F-3508C48B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7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NN with </a:t>
            </a:r>
            <a:r>
              <a:rPr lang="en-US" dirty="0" err="1" smtClean="0"/>
              <a:t>Vectorized</a:t>
            </a:r>
            <a:r>
              <a:rPr lang="en-US" dirty="0" smtClean="0"/>
              <a:t> Process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5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6182" y="227648"/>
            <a:ext cx="3715268" cy="25625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603" y="3074072"/>
            <a:ext cx="3562847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52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450" y="2872888"/>
            <a:ext cx="4591691" cy="6001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28" y="496068"/>
            <a:ext cx="6439799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16" y="56679"/>
            <a:ext cx="6935168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8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997" y="860810"/>
            <a:ext cx="3982006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255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8" y="0"/>
            <a:ext cx="6344535" cy="53442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846" y="3982004"/>
            <a:ext cx="3543795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24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82217" cy="59825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24075"/>
            <a:ext cx="3762900" cy="103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9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49" y="1485629"/>
            <a:ext cx="5391902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6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7864" y="841248"/>
            <a:ext cx="93360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smtClean="0"/>
              <a:t>Backward Propagation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1580781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95" y="376417"/>
            <a:ext cx="7925906" cy="28864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95" y="3262895"/>
            <a:ext cx="7773485" cy="339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21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76" y="0"/>
            <a:ext cx="7716327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19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29" y="0"/>
            <a:ext cx="6582694" cy="14956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9" y="1495634"/>
            <a:ext cx="7878274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37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01" y="69153"/>
            <a:ext cx="7592485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87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23" y="0"/>
            <a:ext cx="7154273" cy="39248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23" y="3924848"/>
            <a:ext cx="7840169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21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06" y="385593"/>
            <a:ext cx="5268060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89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409" y="170230"/>
            <a:ext cx="6258798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5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29" y="0"/>
            <a:ext cx="6582694" cy="14956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02" y="1581911"/>
            <a:ext cx="6277851" cy="495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27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51" y="76242"/>
            <a:ext cx="7287642" cy="41574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656" y="4330799"/>
            <a:ext cx="7030431" cy="252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80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51" y="371972"/>
            <a:ext cx="6154009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27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56" y="99261"/>
            <a:ext cx="7306695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25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14" y="650115"/>
            <a:ext cx="6735115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55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</TotalTime>
  <Words>6</Words>
  <Application>Microsoft Office PowerPoint</Application>
  <PresentationFormat>Widescreen</PresentationFormat>
  <Paragraphs>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NN with Vectorized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 with Vectorized Process</dc:title>
  <dc:creator>Dr.Sahib</dc:creator>
  <cp:lastModifiedBy>Dr.Sahib</cp:lastModifiedBy>
  <cp:revision>7</cp:revision>
  <dcterms:created xsi:type="dcterms:W3CDTF">2025-12-02T16:46:11Z</dcterms:created>
  <dcterms:modified xsi:type="dcterms:W3CDTF">2025-12-03T10:56:35Z</dcterms:modified>
</cp:coreProperties>
</file>