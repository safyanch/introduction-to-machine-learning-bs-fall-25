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80" r:id="rId4"/>
    <p:sldId id="279" r:id="rId5"/>
    <p:sldId id="286" r:id="rId6"/>
    <p:sldId id="287" r:id="rId7"/>
    <p:sldId id="288" r:id="rId8"/>
    <p:sldId id="289" r:id="rId9"/>
    <p:sldId id="281" r:id="rId10"/>
    <p:sldId id="282" r:id="rId11"/>
    <p:sldId id="283" r:id="rId12"/>
    <p:sldId id="284" r:id="rId13"/>
    <p:sldId id="285" r:id="rId14"/>
    <p:sldId id="290" r:id="rId15"/>
    <p:sldId id="291" r:id="rId16"/>
    <p:sldId id="292" r:id="rId17"/>
    <p:sldId id="293" r:id="rId18"/>
    <p:sldId id="294" r:id="rId19"/>
    <p:sldId id="295" r:id="rId20"/>
    <p:sldId id="296" r:id="rId21"/>
    <p:sldId id="297" r:id="rId22"/>
    <p:sldId id="298" r:id="rId23"/>
    <p:sldId id="299" r:id="rId24"/>
    <p:sldId id="300" r:id="rId25"/>
    <p:sldId id="301" r:id="rId26"/>
    <p:sldId id="302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581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14EA0-593E-45B6-B80A-4BF6759BE2F7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3C754-7AAE-406C-B3CE-42B8CB8EA9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2441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14EA0-593E-45B6-B80A-4BF6759BE2F7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3C754-7AAE-406C-B3CE-42B8CB8EA9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7987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14EA0-593E-45B6-B80A-4BF6759BE2F7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3C754-7AAE-406C-B3CE-42B8CB8EA9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1620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14EA0-593E-45B6-B80A-4BF6759BE2F7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3C754-7AAE-406C-B3CE-42B8CB8EA9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2517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14EA0-593E-45B6-B80A-4BF6759BE2F7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3C754-7AAE-406C-B3CE-42B8CB8EA9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9697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14EA0-593E-45B6-B80A-4BF6759BE2F7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3C754-7AAE-406C-B3CE-42B8CB8EA9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9800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14EA0-593E-45B6-B80A-4BF6759BE2F7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3C754-7AAE-406C-B3CE-42B8CB8EA9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386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14EA0-593E-45B6-B80A-4BF6759BE2F7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3C754-7AAE-406C-B3CE-42B8CB8EA9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4144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14EA0-593E-45B6-B80A-4BF6759BE2F7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3C754-7AAE-406C-B3CE-42B8CB8EA9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713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14EA0-593E-45B6-B80A-4BF6759BE2F7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3C754-7AAE-406C-B3CE-42B8CB8EA9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7120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14EA0-593E-45B6-B80A-4BF6759BE2F7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3C754-7AAE-406C-B3CE-42B8CB8EA9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1636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814EA0-593E-45B6-B80A-4BF6759BE2F7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03C754-7AAE-406C-B3CE-42B8CB8EA9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383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Decision Tree Regression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Dr. Muhammad </a:t>
            </a:r>
            <a:r>
              <a:rPr lang="en-US" dirty="0" err="1" smtClean="0"/>
              <a:t>safyan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4659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679" y="143690"/>
            <a:ext cx="11320244" cy="6321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749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630" y="203111"/>
            <a:ext cx="4202717" cy="491558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6885" y="187096"/>
            <a:ext cx="5925377" cy="163852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0917" y="1825625"/>
            <a:ext cx="5372850" cy="4086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325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420" y="219010"/>
            <a:ext cx="5525271" cy="93358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65" y="1152590"/>
            <a:ext cx="5669955" cy="353828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9346" y="1152590"/>
            <a:ext cx="5877745" cy="2391109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5788" y="5243399"/>
            <a:ext cx="1914792" cy="762106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56458" y="4091892"/>
            <a:ext cx="2038635" cy="685896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1025" y="5181366"/>
            <a:ext cx="5992061" cy="1676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392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27491"/>
            <a:ext cx="2724530" cy="65731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242" y="672498"/>
            <a:ext cx="5725324" cy="225774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32" y="2930238"/>
            <a:ext cx="2495898" cy="66684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672498"/>
            <a:ext cx="5043708" cy="236253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94192" y="3101871"/>
            <a:ext cx="2553056" cy="58110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76137" y="4804885"/>
            <a:ext cx="6449325" cy="1381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772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33" y="0"/>
            <a:ext cx="4848902" cy="66684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042" y="666843"/>
            <a:ext cx="4134427" cy="49536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853" y="1162212"/>
            <a:ext cx="3391373" cy="109552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6165" y="2323038"/>
            <a:ext cx="4896533" cy="157184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6165" y="4212118"/>
            <a:ext cx="971686" cy="39058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2853" y="4691302"/>
            <a:ext cx="752580" cy="45726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65286" y="4691302"/>
            <a:ext cx="390580" cy="40963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57378" y="1709976"/>
            <a:ext cx="3267531" cy="71447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77806" y="2645611"/>
            <a:ext cx="5182323" cy="762106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42318" y="3723280"/>
            <a:ext cx="2486372" cy="600159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873313" y="5038249"/>
            <a:ext cx="5439534" cy="1590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879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33" y="0"/>
            <a:ext cx="4848902" cy="66684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533" y="787993"/>
            <a:ext cx="3515216" cy="151468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533" y="2423829"/>
            <a:ext cx="6382641" cy="252447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973" y="5069456"/>
            <a:ext cx="2343477" cy="66684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60335" y="2294204"/>
            <a:ext cx="4580773" cy="1648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1131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137" y="160593"/>
            <a:ext cx="5582429" cy="543953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489" y="4597982"/>
            <a:ext cx="5487166" cy="1667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1313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438" y="350880"/>
            <a:ext cx="6820852" cy="5753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3564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002" y="205548"/>
            <a:ext cx="5915851" cy="547763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0998" y="4916317"/>
            <a:ext cx="5687219" cy="1533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715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289" y="219838"/>
            <a:ext cx="5630061" cy="544906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997" y="5668898"/>
            <a:ext cx="2657846" cy="1066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319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445" y="475933"/>
            <a:ext cx="5210902" cy="4534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888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9943" y="1066470"/>
            <a:ext cx="6192114" cy="4725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885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85913"/>
            <a:ext cx="6852144" cy="602607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5043" y="2835978"/>
            <a:ext cx="4793597" cy="2667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243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013" y="155208"/>
            <a:ext cx="6268325" cy="6163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0930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8995" y="961680"/>
            <a:ext cx="6154009" cy="4934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7039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4450" y="1239394"/>
            <a:ext cx="5363323" cy="2715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086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158" y="478562"/>
            <a:ext cx="6096851" cy="235300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158" y="3400946"/>
            <a:ext cx="2610214" cy="71447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645" y="4240490"/>
            <a:ext cx="2391109" cy="57158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420" y="4937139"/>
            <a:ext cx="5753903" cy="1581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2229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649" y="0"/>
            <a:ext cx="5391902" cy="234347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649" y="2652190"/>
            <a:ext cx="5706271" cy="2029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745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970" y="84127"/>
            <a:ext cx="6325483" cy="378195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9517" y="3397314"/>
            <a:ext cx="7135221" cy="3241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569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375" y="278557"/>
            <a:ext cx="8021169" cy="480127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t="15605"/>
          <a:stretch/>
        </p:blipFill>
        <p:spPr>
          <a:xfrm>
            <a:off x="622375" y="5495544"/>
            <a:ext cx="8697539" cy="964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901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662" y="303041"/>
            <a:ext cx="5953956" cy="608732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9808" y="303041"/>
            <a:ext cx="6115904" cy="472505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7019" y="5142416"/>
            <a:ext cx="5858693" cy="1133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693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5557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3194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385917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67092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3056</TotalTime>
  <Words>7</Words>
  <Application>Microsoft Office PowerPoint</Application>
  <PresentationFormat>Widescreen</PresentationFormat>
  <Paragraphs>2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Calibri</vt:lpstr>
      <vt:lpstr>Calibri Light</vt:lpstr>
      <vt:lpstr>Office Theme</vt:lpstr>
      <vt:lpstr>Decision Tree Regression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Decision Tree Regression</dc:title>
  <dc:creator>Dr.Sahib</dc:creator>
  <cp:lastModifiedBy>Dr.Sahib</cp:lastModifiedBy>
  <cp:revision>17</cp:revision>
  <dcterms:created xsi:type="dcterms:W3CDTF">2025-11-25T07:57:25Z</dcterms:created>
  <dcterms:modified xsi:type="dcterms:W3CDTF">2025-11-27T10:53:44Z</dcterms:modified>
</cp:coreProperties>
</file>