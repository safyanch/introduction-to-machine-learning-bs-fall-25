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K-Nearest Neighbors (KNN)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Machine Learning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KNN is a supervised machine learning algorithm.</a:t>
            </a:r>
          </a:p>
          <a:p>
            <a:r>
              <a:t>• Used for classification and regression tasks.</a:t>
            </a:r>
          </a:p>
          <a:p>
            <a:r>
              <a:t>• Works based on similarity (distance) between data points.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KNN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Choose the number of neighbors (K).</a:t>
            </a:r>
          </a:p>
          <a:p>
            <a:r>
              <a:t>2. Calculate distance between the query point and all training points.</a:t>
            </a:r>
          </a:p>
          <a:p>
            <a:r>
              <a:t>3. Select the K nearest neighbors.</a:t>
            </a:r>
          </a:p>
          <a:p>
            <a:r>
              <a:t>4. Classification: Majority vote among neighbors.</a:t>
            </a:r>
          </a:p>
          <a:p>
            <a:r>
              <a:t>5. Regression: Average of neighbors’ values.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Euclidean Distance</a:t>
            </a:r>
          </a:p>
          <a:p>
            <a:r>
              <a:t>• Manhattan Distance</a:t>
            </a:r>
          </a:p>
          <a:p>
            <a:r>
              <a:t>• Minkowski Distance</a:t>
            </a:r>
          </a:p>
          <a:p>
            <a:r>
              <a:t>• Hamming Distance (for categorical variables)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KNN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Simple and easy to implement.</a:t>
            </a:r>
          </a:p>
          <a:p>
            <a:r>
              <a:t>• No assumptions about data distribution.</a:t>
            </a:r>
          </a:p>
          <a:p>
            <a:r>
              <a:t>• Effective for small datasets with fewer features.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Disadvantages of KNN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Computationally expensive with large datasets.</a:t>
            </a:r>
          </a:p>
          <a:p>
            <a:r>
              <a:t>• Sensitive to irrelevant features and data scaling.</a:t>
            </a:r>
          </a:p>
          <a:p>
            <a:r>
              <a:t>• Performance depends on choice of K.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KNN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Handwriting recognition.</a:t>
            </a:r>
          </a:p>
          <a:p>
            <a:r>
              <a:t>• Recommender systems.</a:t>
            </a:r>
          </a:p>
          <a:p>
            <a:r>
              <a:t>• Medical diagnosis.</a:t>
            </a:r>
          </a:p>
          <a:p>
            <a:r>
              <a:t>• Pattern recognition.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